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5" r:id="rId5"/>
    <p:sldId id="268" r:id="rId6"/>
    <p:sldId id="270" r:id="rId7"/>
    <p:sldId id="27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eesh kanna J" userId="8b7f3c9274bcedb8" providerId="LiveId" clId="{2F624841-C556-449A-B84D-BBCE3325FC2B}"/>
    <pc:docChg chg="modSld">
      <pc:chgData name="Nitheesh kanna J" userId="8b7f3c9274bcedb8" providerId="LiveId" clId="{2F624841-C556-449A-B84D-BBCE3325FC2B}" dt="2026-08-03T09:16:59.371" v="4" actId="403"/>
      <pc:docMkLst>
        <pc:docMk/>
      </pc:docMkLst>
      <pc:sldChg chg="modSp mod">
        <pc:chgData name="Nitheesh kanna J" userId="8b7f3c9274bcedb8" providerId="LiveId" clId="{2F624841-C556-449A-B84D-BBCE3325FC2B}" dt="2026-08-03T09:16:59.371" v="4" actId="403"/>
        <pc:sldMkLst>
          <pc:docMk/>
          <pc:sldMk cId="0" sldId="271"/>
        </pc:sldMkLst>
        <pc:spChg chg="mod">
          <ac:chgData name="Nitheesh kanna J" userId="8b7f3c9274bcedb8" providerId="LiveId" clId="{2F624841-C556-449A-B84D-BBCE3325FC2B}" dt="2026-08-03T09:16:59.371" v="4" actId="403"/>
          <ac:spMkLst>
            <pc:docMk/>
            <pc:sldMk cId="0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74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work/assets/logo_bann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4972"/>
            <a:ext cx="12192000" cy="14622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 ARCHITECTURE  –  CSA1221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IN" sz="4400" b="1" dirty="0"/>
              <a:t>Instruction Set Architecture Simulator</a:t>
            </a:r>
            <a:endParaRPr lang="en-US" sz="4200" b="1" dirty="0"/>
          </a:p>
        </p:txBody>
      </p:sp>
      <p:sp>
        <p:nvSpPr>
          <p:cNvPr id="6" name="Text 3"/>
          <p:cNvSpPr/>
          <p:nvPr/>
        </p:nvSpPr>
        <p:spPr>
          <a:xfrm>
            <a:off x="12801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4892040"/>
            <a:ext cx="258271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 NANDHINI P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 AISHWARAYA R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</a:t>
            </a:r>
          </a:p>
        </p:txBody>
      </p:sp>
      <p:sp>
        <p:nvSpPr>
          <p:cNvPr id="9" name="Text 6"/>
          <p:cNvSpPr/>
          <p:nvPr/>
        </p:nvSpPr>
        <p:spPr>
          <a:xfrm>
            <a:off x="1280160" y="519379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Yavanika S  [ 192521258 ]  –  Module 1: Shared Cache Design
[ Team Member 2 Name  –  Reg. No. ]  –  Module 2: Coherence Protocol
[ Team Member 3 Name  –  Reg. No. ]  –  Module 3: Performance Evaluation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6172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[ Faculty Name ]</a:t>
            </a:r>
            <a:endParaRPr lang="en-US" sz="12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7A52001-ABD0-8C64-85F9-F2F557737A1B}"/>
              </a:ext>
            </a:extLst>
          </p:cNvPr>
          <p:cNvSpPr/>
          <p:nvPr/>
        </p:nvSpPr>
        <p:spPr>
          <a:xfrm>
            <a:off x="8847287" y="4892040"/>
            <a:ext cx="258271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BY,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DR.K.VIJAYA BHASKAR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0936" y="913094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Architecture (ISA)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set of instructions that a processor understands and executes.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program is converted into assembly instructions before being executed by the processor.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processor executes each instruction through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Fetch, Decode, Execute, Memory Access, and Write Back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Simulator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model that mimics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real processor without requiring physical hardware.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visualize how instructions move through the processor and how different hardware components work together.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72084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COHERENCE – AN INCONSISTENT 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899148" y="2046427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DCEAF3"/>
          </a:solidFill>
          <a:ln w="12700">
            <a:solidFill>
              <a:srgbClr val="2E86AB"/>
            </a:solidFill>
            <a:prstDash val="solid"/>
          </a:ln>
          <a:effectLst>
            <a:outerShdw blurRad="50800" dist="25400" dir="5400000" algn="bl" rotWithShape="0">
              <a:srgbClr val="9AA7B8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967728" y="2103120"/>
            <a:ext cx="160934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967728" y="2526487"/>
            <a:ext cx="16093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Cache: X = 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418320" y="205740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DCEAF3"/>
          </a:solidFill>
          <a:ln w="12700">
            <a:solidFill>
              <a:srgbClr val="2E86AB"/>
            </a:solidFill>
            <a:prstDash val="solid"/>
          </a:ln>
          <a:effectLst>
            <a:outerShdw blurRad="50800" dist="25400" dir="5400000" algn="bl" rotWithShape="0">
              <a:srgbClr val="9AA7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528048" y="2103120"/>
            <a:ext cx="160934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528048" y="2526487"/>
            <a:ext cx="16093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Cache: X = 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 flipH="1">
            <a:off x="9052560" y="2926080"/>
            <a:ext cx="1280160" cy="502920"/>
          </a:xfrm>
          <a:prstGeom prst="line">
            <a:avLst/>
          </a:prstGeom>
          <a:noFill/>
          <a:ln w="19050">
            <a:solidFill>
              <a:srgbClr val="8592A3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046720" y="3429000"/>
            <a:ext cx="2011680" cy="502920"/>
          </a:xfrm>
          <a:prstGeom prst="roundRect">
            <a:avLst>
              <a:gd name="adj" fmla="val 16364"/>
            </a:avLst>
          </a:prstGeom>
          <a:solidFill>
            <a:srgbClr val="E7EBF0"/>
          </a:solidFill>
          <a:ln w="12700">
            <a:solidFill>
              <a:srgbClr val="8592A3"/>
            </a:solidFill>
            <a:prstDash val="solid"/>
          </a:ln>
          <a:effectLst>
            <a:outerShdw blurRad="50800" dist="25400" dir="5400000" algn="bl" rotWithShape="0">
              <a:srgbClr val="9AA7B8">
                <a:alpha val="3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156448" y="347472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Memory: X = 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7665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0 writes X = 9 in its own cache only → Core 1 still reads X = 5 → inconsistent result.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-22244" y="5216091"/>
            <a:ext cx="12188952" cy="1600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Text 19"/>
          <p:cNvSpPr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OBJECTIVES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560378" y="52578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1"/>
          <p:cNvSpPr/>
          <p:nvPr/>
        </p:nvSpPr>
        <p:spPr>
          <a:xfrm>
            <a:off x="54864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1005840" y="549554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Design a RISC ISA simulator for instruction fetch and decode.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297680" y="527044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4"/>
          <p:cNvSpPr/>
          <p:nvPr/>
        </p:nvSpPr>
        <p:spPr>
          <a:xfrm>
            <a:off x="429768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754880" y="5550797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instruction execution using Register File, ALU, and Memory.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8080572" y="5284843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7"/>
          <p:cNvSpPr/>
          <p:nvPr/>
        </p:nvSpPr>
        <p:spPr>
          <a:xfrm>
            <a:off x="804672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8549640" y="55641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processor performance using Instruction Count, CPI, and Execution Time.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AB33BD5-A75E-9760-CA46-D076BBCD9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155" y="839321"/>
            <a:ext cx="5058125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</a:t>
            </a:r>
            <a:r>
              <a:rPr lang="en-US" sz="16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IN" sz="16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INSTRUCTION FETCH AND DECODE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CSA12  –  COMPUTER ORGANIZATION AND ARCHITECTURE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1417320"/>
            <a:ext cx="5547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the instruction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Instruction Memory using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 (PC)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the Program Counter (PC)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point to the next instruction.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 the instruction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identifying the opcode (operation to be performed).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operands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source registers, destination register, and immediate values.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the decoded instruction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execution unit (ALU) for further processing.</a:t>
            </a:r>
          </a:p>
          <a:p>
            <a:pPr marL="177800" indent="-1778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47CA3F-62DF-E9A2-CB47-1AB459937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217" y="1034329"/>
            <a:ext cx="3816220" cy="47893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4866" y="6035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2·  INSTRUCTION EXECUTION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CSA12  –  COMPUTER ORGANIZATION AND ARCHITECTURE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1417320"/>
            <a:ext cx="5321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required operands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Register File based on the decoded instruction.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operation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ALU, such as arithmetic, logical, or data transfer instructions.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Data Memory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when required.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execution result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 to the destination register or memory location.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instruction execution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forward the processor to the next instruction.</a:t>
            </a:r>
          </a:p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533D96E-AB72-E62D-EDD3-36F52BE3F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722" y="1343328"/>
            <a:ext cx="4353917" cy="4655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3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5156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ISA PERFORMANCE EVALUATION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CSA12  –  COMPUTER ORGANIZATION AND ARCHITECTURE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39" y="1417320"/>
            <a:ext cx="586149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total number of instructions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executed during the simulation (Instruction Count).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Cycles Per Instruction (CPI)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processor execution efficiency.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total Execution Time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Instruction Count, CPI, and Clock Cycle Time.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execution results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the correctness and performance of the simulated processor.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performance report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displaying Instruction Count, CPI, Execution Time, and overall processor efficiency.</a:t>
            </a:r>
          </a:p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DISCUSSION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5156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Advantages, Applications &amp; Future Scope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CSA12  –  COMPUTER ORGANIZATION AND ARCHITECTURE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3C8C6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1463040"/>
            <a:ext cx="3611880" cy="640080"/>
          </a:xfrm>
          <a:prstGeom prst="rect">
            <a:avLst/>
          </a:prstGeom>
          <a:solidFill>
            <a:srgbClr val="3C8C6E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229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processor execution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showing how instructions are fetched, decoded, and executed.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understanding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RISC architecture and assembly language concepts.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processor performance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Instruction Count, CPI, and Execution Time.</a:t>
            </a:r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434840" y="146304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34840" y="1463040"/>
            <a:ext cx="361188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0"/>
          <p:cNvSpPr/>
          <p:nvPr/>
        </p:nvSpPr>
        <p:spPr>
          <a:xfrm>
            <a:off x="443484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7091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laboratories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practical learning and demonstrations.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education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instruction execution.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design and simulation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academic projects and research.</a:t>
            </a: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321040" y="146304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1463040"/>
            <a:ext cx="3611880" cy="640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832104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5953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pipeline simulation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execution efficiency.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advanced RISC-V instructions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additional instruction formats.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graphical user interface (GUI)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visualization of instruction execution.</a:t>
            </a: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05156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Bringing the Three Modules Together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822960" y="14630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Architecture (ISA) Simulator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the complete instruction execution process, including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Fetch, Decode, Execute, Memory Access, and Write Back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accurately simulates the functions of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File, ALU, Decoder, and Memory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executing RISC assembly instructions.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simulator evaluates processor performance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Count, CPI, and Execution Time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an effective tool for learning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architecture concepts.</a:t>
            </a: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80560" y="4206240"/>
            <a:ext cx="3200400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732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Nitheesh kanna J</cp:lastModifiedBy>
  <cp:revision>5</cp:revision>
  <dcterms:created xsi:type="dcterms:W3CDTF">2026-07-30T00:00:11Z</dcterms:created>
  <dcterms:modified xsi:type="dcterms:W3CDTF">2026-08-03T09:17:06Z</dcterms:modified>
</cp:coreProperties>
</file>