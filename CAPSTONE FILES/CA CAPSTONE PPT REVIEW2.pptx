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4"/>
    <p:sldId id="272" r:id="rId5"/>
    <p:sldId id="261" r:id="rId6"/>
    <p:sldId id="265" r:id="rId7"/>
    <p:sldId id="268" r:id="rId8"/>
    <p:sldId id="277" r:id="rId9"/>
    <p:sldId id="278" r:id="rId10"/>
    <p:sldId id="270" r:id="rId11"/>
    <p:sldId id="27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DDC1BB-F158-4DB8-BFEB-DCA2E1FEC2C6}" v="28" dt="2026-08-20T04:03:17.974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eesh kanna J" userId="8b7f3c9274bcedb8" providerId="LiveId" clId="{2F624841-C556-449A-B84D-BBCE3325FC2B}"/>
    <pc:docChg chg="undo custSel addSld delSld modSld sldOrd">
      <pc:chgData name="Nitheesh kanna J" userId="8b7f3c9274bcedb8" providerId="LiveId" clId="{2F624841-C556-449A-B84D-BBCE3325FC2B}" dt="2026-08-25T10:14:24.193" v="539"/>
      <pc:docMkLst>
        <pc:docMk/>
      </pc:docMkLst>
      <pc:sldChg chg="modSp mod">
        <pc:chgData name="Nitheesh kanna J" userId="8b7f3c9274bcedb8" providerId="LiveId" clId="{2F624841-C556-449A-B84D-BBCE3325FC2B}" dt="2026-08-18T16:40:34.001" v="103" actId="20577"/>
        <pc:sldMkLst>
          <pc:docMk/>
          <pc:sldMk cId="0" sldId="256"/>
        </pc:sldMkLst>
        <pc:spChg chg="mod">
          <ac:chgData name="Nitheesh kanna J" userId="8b7f3c9274bcedb8" providerId="LiveId" clId="{2F624841-C556-449A-B84D-BBCE3325FC2B}" dt="2026-08-18T16:40:34.001" v="103" actId="20577"/>
          <ac:spMkLst>
            <pc:docMk/>
            <pc:sldMk cId="0" sldId="256"/>
            <ac:spMk id="10" creationId="{00000000-0000-0000-0000-000000000000}"/>
          </ac:spMkLst>
        </pc:spChg>
      </pc:sldChg>
      <pc:sldChg chg="addSp modSp mod ord">
        <pc:chgData name="Nitheesh kanna J" userId="8b7f3c9274bcedb8" providerId="LiveId" clId="{2F624841-C556-449A-B84D-BBCE3325FC2B}" dt="2026-08-20T03:22:47.370" v="255"/>
        <pc:sldMkLst>
          <pc:docMk/>
          <pc:sldMk cId="0" sldId="261"/>
        </pc:sldMkLst>
        <pc:spChg chg="add mod">
          <ac:chgData name="Nitheesh kanna J" userId="8b7f3c9274bcedb8" providerId="LiveId" clId="{2F624841-C556-449A-B84D-BBCE3325FC2B}" dt="2026-08-18T16:06:51.360" v="26" actId="14100"/>
          <ac:spMkLst>
            <pc:docMk/>
            <pc:sldMk cId="0" sldId="261"/>
            <ac:spMk id="5" creationId="{29784606-A1AB-1DA4-58E7-4FD0454A5C55}"/>
          </ac:spMkLst>
        </pc:spChg>
        <pc:spChg chg="mod">
          <ac:chgData name="Nitheesh kanna J" userId="8b7f3c9274bcedb8" providerId="LiveId" clId="{2F624841-C556-449A-B84D-BBCE3325FC2B}" dt="2026-08-18T16:40:17.737" v="101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Nitheesh kanna J" userId="8b7f3c9274bcedb8" providerId="LiveId" clId="{2F624841-C556-449A-B84D-BBCE3325FC2B}" dt="2026-08-18T16:07:00.895" v="28" actId="13926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 ord">
        <pc:chgData name="Nitheesh kanna J" userId="8b7f3c9274bcedb8" providerId="LiveId" clId="{2F624841-C556-449A-B84D-BBCE3325FC2B}" dt="2026-08-20T03:29:30.945" v="280" actId="13926"/>
        <pc:sldMkLst>
          <pc:docMk/>
          <pc:sldMk cId="0" sldId="265"/>
        </pc:sldMkLst>
        <pc:spChg chg="mod">
          <ac:chgData name="Nitheesh kanna J" userId="8b7f3c9274bcedb8" providerId="LiveId" clId="{2F624841-C556-449A-B84D-BBCE3325FC2B}" dt="2026-08-18T16:40:24.702" v="102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Nitheesh kanna J" userId="8b7f3c9274bcedb8" providerId="LiveId" clId="{2F624841-C556-449A-B84D-BBCE3325FC2B}" dt="2026-08-20T03:23:16.766" v="256" actId="20577"/>
          <ac:spMkLst>
            <pc:docMk/>
            <pc:sldMk cId="0" sldId="265"/>
            <ac:spMk id="8" creationId="{00000000-0000-0000-0000-000000000000}"/>
          </ac:spMkLst>
        </pc:spChg>
        <pc:spChg chg="add del mod">
          <ac:chgData name="Nitheesh kanna J" userId="8b7f3c9274bcedb8" providerId="LiveId" clId="{2F624841-C556-449A-B84D-BBCE3325FC2B}" dt="2026-08-20T03:28:58.732" v="277" actId="1076"/>
          <ac:spMkLst>
            <pc:docMk/>
            <pc:sldMk cId="0" sldId="265"/>
            <ac:spMk id="9" creationId="{3418A187-ED17-F98E-83EB-C932C5827EA5}"/>
          </ac:spMkLst>
        </pc:spChg>
        <pc:spChg chg="add mod">
          <ac:chgData name="Nitheesh kanna J" userId="8b7f3c9274bcedb8" providerId="LiveId" clId="{2F624841-C556-449A-B84D-BBCE3325FC2B}" dt="2026-08-20T03:28:53.520" v="276" actId="1076"/>
          <ac:spMkLst>
            <pc:docMk/>
            <pc:sldMk cId="0" sldId="265"/>
            <ac:spMk id="10" creationId="{C3702A9A-65A0-D70A-895F-B218BE298483}"/>
          </ac:spMkLst>
        </pc:spChg>
        <pc:spChg chg="add mod">
          <ac:chgData name="Nitheesh kanna J" userId="8b7f3c9274bcedb8" providerId="LiveId" clId="{2F624841-C556-449A-B84D-BBCE3325FC2B}" dt="2026-08-20T03:29:30.945" v="280" actId="13926"/>
          <ac:spMkLst>
            <pc:docMk/>
            <pc:sldMk cId="0" sldId="265"/>
            <ac:spMk id="11" creationId="{70330896-9336-2605-FD8C-9C5E9250AA21}"/>
          </ac:spMkLst>
        </pc:spChg>
      </pc:sldChg>
      <pc:sldChg chg="addSp delSp modSp mod ord">
        <pc:chgData name="Nitheesh kanna J" userId="8b7f3c9274bcedb8" providerId="LiveId" clId="{2F624841-C556-449A-B84D-BBCE3325FC2B}" dt="2026-08-24T06:10:24.546" v="529" actId="1036"/>
        <pc:sldMkLst>
          <pc:docMk/>
          <pc:sldMk cId="0" sldId="268"/>
        </pc:sldMkLst>
        <pc:spChg chg="mod">
          <ac:chgData name="Nitheesh kanna J" userId="8b7f3c9274bcedb8" providerId="LiveId" clId="{2F624841-C556-449A-B84D-BBCE3325FC2B}" dt="2026-08-20T03:03:18.676" v="194" actId="12"/>
          <ac:spMkLst>
            <pc:docMk/>
            <pc:sldMk cId="0" sldId="268"/>
            <ac:spMk id="8" creationId="{00000000-0000-0000-0000-000000000000}"/>
          </ac:spMkLst>
        </pc:spChg>
        <pc:spChg chg="add mod">
          <ac:chgData name="Nitheesh kanna J" userId="8b7f3c9274bcedb8" providerId="LiveId" clId="{2F624841-C556-449A-B84D-BBCE3325FC2B}" dt="2026-08-24T06:10:24.546" v="529" actId="1036"/>
          <ac:spMkLst>
            <pc:docMk/>
            <pc:sldMk cId="0" sldId="268"/>
            <ac:spMk id="9" creationId="{8D0D8488-3B4E-FC83-16D8-83AD94702727}"/>
          </ac:spMkLst>
        </pc:spChg>
        <pc:spChg chg="add mod">
          <ac:chgData name="Nitheesh kanna J" userId="8b7f3c9274bcedb8" providerId="LiveId" clId="{2F624841-C556-449A-B84D-BBCE3325FC2B}" dt="2026-08-19T02:29:33.458" v="193" actId="14100"/>
          <ac:spMkLst>
            <pc:docMk/>
            <pc:sldMk cId="0" sldId="268"/>
            <ac:spMk id="10" creationId="{3EB598F7-D088-6005-3DFC-7D890A8629B7}"/>
          </ac:spMkLst>
        </pc:spChg>
      </pc:sldChg>
      <pc:sldChg chg="delSp mod">
        <pc:chgData name="Nitheesh kanna J" userId="8b7f3c9274bcedb8" providerId="LiveId" clId="{2F624841-C556-449A-B84D-BBCE3325FC2B}" dt="2026-08-19T02:25:47.606" v="159" actId="21"/>
        <pc:sldMkLst>
          <pc:docMk/>
          <pc:sldMk cId="0" sldId="270"/>
        </pc:sldMkLst>
      </pc:sldChg>
      <pc:sldChg chg="modSp mod ord">
        <pc:chgData name="Nitheesh kanna J" userId="8b7f3c9274bcedb8" providerId="LiveId" clId="{2F624841-C556-449A-B84D-BBCE3325FC2B}" dt="2026-08-19T02:25:18.172" v="157"/>
        <pc:sldMkLst>
          <pc:docMk/>
          <pc:sldMk cId="0" sldId="271"/>
        </pc:sldMkLst>
        <pc:spChg chg="mod">
          <ac:chgData name="Nitheesh kanna J" userId="8b7f3c9274bcedb8" providerId="LiveId" clId="{2F624841-C556-449A-B84D-BBCE3325FC2B}" dt="2026-08-03T09:16:59.371" v="4" actId="403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add mod ord">
        <pc:chgData name="Nitheesh kanna J" userId="8b7f3c9274bcedb8" providerId="LiveId" clId="{2F624841-C556-449A-B84D-BBCE3325FC2B}" dt="2026-08-20T03:22:40.147" v="253"/>
        <pc:sldMkLst>
          <pc:docMk/>
          <pc:sldMk cId="2790369707" sldId="272"/>
        </pc:sldMkLst>
        <pc:spChg chg="mod">
          <ac:chgData name="Nitheesh kanna J" userId="8b7f3c9274bcedb8" providerId="LiveId" clId="{2F624841-C556-449A-B84D-BBCE3325FC2B}" dt="2026-08-18T16:38:23.428" v="93" actId="20577"/>
          <ac:spMkLst>
            <pc:docMk/>
            <pc:sldMk cId="2790369707" sldId="272"/>
            <ac:spMk id="4" creationId="{7BC8FCF4-2A58-445F-C89D-FC23068B6BA9}"/>
          </ac:spMkLst>
        </pc:spChg>
        <pc:spChg chg="mod">
          <ac:chgData name="Nitheesh kanna J" userId="8b7f3c9274bcedb8" providerId="LiveId" clId="{2F624841-C556-449A-B84D-BBCE3325FC2B}" dt="2026-08-18T16:40:10.511" v="100" actId="20577"/>
          <ac:spMkLst>
            <pc:docMk/>
            <pc:sldMk cId="2790369707" sldId="272"/>
            <ac:spMk id="6" creationId="{1F4FDC08-CFBA-9265-580E-21364F5C6F6D}"/>
          </ac:spMkLst>
        </pc:spChg>
        <pc:spChg chg="mod">
          <ac:chgData name="Nitheesh kanna J" userId="8b7f3c9274bcedb8" providerId="LiveId" clId="{2F624841-C556-449A-B84D-BBCE3325FC2B}" dt="2026-08-18T16:38:57.250" v="94" actId="20577"/>
          <ac:spMkLst>
            <pc:docMk/>
            <pc:sldMk cId="2790369707" sldId="272"/>
            <ac:spMk id="8" creationId="{4547DE3D-CB26-0671-A3A6-7C2DEAA7C1C7}"/>
          </ac:spMkLst>
        </pc:spChg>
        <pc:picChg chg="add mod modCrop">
          <ac:chgData name="Nitheesh kanna J" userId="8b7f3c9274bcedb8" providerId="LiveId" clId="{2F624841-C556-449A-B84D-BBCE3325FC2B}" dt="2026-08-18T16:39:49.304" v="99" actId="1076"/>
          <ac:picMkLst>
            <pc:docMk/>
            <pc:sldMk cId="2790369707" sldId="272"/>
            <ac:picMk id="9" creationId="{7FB3BC3C-773F-6DCC-13BE-3503EFEBCD0C}"/>
          </ac:picMkLst>
        </pc:picChg>
      </pc:sldChg>
      <pc:sldChg chg="addSp delSp modSp add mod">
        <pc:chgData name="Nitheesh kanna J" userId="8b7f3c9274bcedb8" providerId="LiveId" clId="{2F624841-C556-449A-B84D-BBCE3325FC2B}" dt="2026-08-20T03:30:57.411" v="281" actId="2710"/>
        <pc:sldMkLst>
          <pc:docMk/>
          <pc:sldMk cId="4170903721" sldId="273"/>
        </pc:sldMkLst>
        <pc:spChg chg="mod">
          <ac:chgData name="Nitheesh kanna J" userId="8b7f3c9274bcedb8" providerId="LiveId" clId="{2F624841-C556-449A-B84D-BBCE3325FC2B}" dt="2026-08-20T03:18:01.868" v="241" actId="20577"/>
          <ac:spMkLst>
            <pc:docMk/>
            <pc:sldMk cId="4170903721" sldId="273"/>
            <ac:spMk id="4" creationId="{BC355F5B-D791-30DD-B12E-32D4B135F95D}"/>
          </ac:spMkLst>
        </pc:spChg>
        <pc:spChg chg="add mod">
          <ac:chgData name="Nitheesh kanna J" userId="8b7f3c9274bcedb8" providerId="LiveId" clId="{2F624841-C556-449A-B84D-BBCE3325FC2B}" dt="2026-08-20T03:30:57.411" v="281" actId="2710"/>
          <ac:spMkLst>
            <pc:docMk/>
            <pc:sldMk cId="4170903721" sldId="273"/>
            <ac:spMk id="5" creationId="{4DA18180-2CFA-A577-BD52-35A2442B2F62}"/>
          </ac:spMkLst>
        </pc:spChg>
      </pc:sldChg>
      <pc:sldChg chg="addSp delSp modSp add mod">
        <pc:chgData name="Nitheesh kanna J" userId="8b7f3c9274bcedb8" providerId="LiveId" clId="{2F624841-C556-449A-B84D-BBCE3325FC2B}" dt="2026-08-24T06:11:50.901" v="537" actId="1076"/>
        <pc:sldMkLst>
          <pc:docMk/>
          <pc:sldMk cId="2209731556" sldId="277"/>
        </pc:sldMkLst>
        <pc:spChg chg="mod">
          <ac:chgData name="Nitheesh kanna J" userId="8b7f3c9274bcedb8" providerId="LiveId" clId="{2F624841-C556-449A-B84D-BBCE3325FC2B}" dt="2026-08-20T03:39:17.635" v="378" actId="20577"/>
          <ac:spMkLst>
            <pc:docMk/>
            <pc:sldMk cId="2209731556" sldId="277"/>
            <ac:spMk id="4" creationId="{16B0F14B-F3E5-6EA2-3AC6-9F9BBF8382C3}"/>
          </ac:spMkLst>
        </pc:spChg>
        <pc:spChg chg="mod">
          <ac:chgData name="Nitheesh kanna J" userId="8b7f3c9274bcedb8" providerId="LiveId" clId="{2F624841-C556-449A-B84D-BBCE3325FC2B}" dt="2026-08-20T03:39:45.800" v="383" actId="1076"/>
          <ac:spMkLst>
            <pc:docMk/>
            <pc:sldMk cId="2209731556" sldId="277"/>
            <ac:spMk id="6" creationId="{1BC7B321-CDC1-0713-3137-C5CB1B6C83AC}"/>
          </ac:spMkLst>
        </pc:spChg>
        <pc:spChg chg="add mod">
          <ac:chgData name="Nitheesh kanna J" userId="8b7f3c9274bcedb8" providerId="LiveId" clId="{2F624841-C556-449A-B84D-BBCE3325FC2B}" dt="2026-08-20T03:40:43.236" v="390" actId="1076"/>
          <ac:spMkLst>
            <pc:docMk/>
            <pc:sldMk cId="2209731556" sldId="277"/>
            <ac:spMk id="12" creationId="{BB65C9E5-9B8F-63C1-62AE-CFAD9295759F}"/>
          </ac:spMkLst>
        </pc:spChg>
        <pc:spChg chg="add mod">
          <ac:chgData name="Nitheesh kanna J" userId="8b7f3c9274bcedb8" providerId="LiveId" clId="{2F624841-C556-449A-B84D-BBCE3325FC2B}" dt="2026-08-20T03:40:49.570" v="391" actId="1076"/>
          <ac:spMkLst>
            <pc:docMk/>
            <pc:sldMk cId="2209731556" sldId="277"/>
            <ac:spMk id="13" creationId="{B985698C-E01A-CA27-87E6-33D8485A0763}"/>
          </ac:spMkLst>
        </pc:spChg>
        <pc:graphicFrameChg chg="add mod modGraphic">
          <ac:chgData name="Nitheesh kanna J" userId="8b7f3c9274bcedb8" providerId="LiveId" clId="{2F624841-C556-449A-B84D-BBCE3325FC2B}" dt="2026-08-24T06:11:50.901" v="537" actId="1076"/>
          <ac:graphicFrameMkLst>
            <pc:docMk/>
            <pc:sldMk cId="2209731556" sldId="277"/>
            <ac:graphicFrameMk id="9" creationId="{FA60338E-057A-2446-4081-D9E6002009A4}"/>
          </ac:graphicFrameMkLst>
        </pc:graphicFrameChg>
        <pc:picChg chg="add mod">
          <ac:chgData name="Nitheesh kanna J" userId="8b7f3c9274bcedb8" providerId="LiveId" clId="{2F624841-C556-449A-B84D-BBCE3325FC2B}" dt="2026-08-20T03:46:16.329" v="404" actId="14100"/>
          <ac:picMkLst>
            <pc:docMk/>
            <pc:sldMk cId="2209731556" sldId="277"/>
            <ac:picMk id="17" creationId="{D154934F-625E-3E0D-2692-F0F2A80EB3E2}"/>
          </ac:picMkLst>
        </pc:picChg>
      </pc:sldChg>
      <pc:sldChg chg="addSp delSp modSp add mod ord">
        <pc:chgData name="Nitheesh kanna J" userId="8b7f3c9274bcedb8" providerId="LiveId" clId="{2F624841-C556-449A-B84D-BBCE3325FC2B}" dt="2026-08-25T10:14:24.193" v="539"/>
        <pc:sldMkLst>
          <pc:docMk/>
          <pc:sldMk cId="613956067" sldId="278"/>
        </pc:sldMkLst>
        <pc:spChg chg="mod">
          <ac:chgData name="Nitheesh kanna J" userId="8b7f3c9274bcedb8" providerId="LiveId" clId="{2F624841-C556-449A-B84D-BBCE3325FC2B}" dt="2026-08-20T03:52:02.147" v="451" actId="20577"/>
          <ac:spMkLst>
            <pc:docMk/>
            <pc:sldMk cId="613956067" sldId="278"/>
            <ac:spMk id="4" creationId="{F528A4B3-FB96-8E38-65C1-BAE69E1422DF}"/>
          </ac:spMkLst>
        </pc:spChg>
        <pc:spChg chg="add mod">
          <ac:chgData name="Nitheesh kanna J" userId="8b7f3c9274bcedb8" providerId="LiveId" clId="{2F624841-C556-449A-B84D-BBCE3325FC2B}" dt="2026-08-20T04:04:57.923" v="524" actId="1076"/>
          <ac:spMkLst>
            <pc:docMk/>
            <pc:sldMk cId="613956067" sldId="278"/>
            <ac:spMk id="5" creationId="{9AB2AA79-D32E-D0C9-3CC1-5FEB3FE41AE9}"/>
          </ac:spMkLst>
        </pc:spChg>
        <pc:spChg chg="add mod">
          <ac:chgData name="Nitheesh kanna J" userId="8b7f3c9274bcedb8" providerId="LiveId" clId="{2F624841-C556-449A-B84D-BBCE3325FC2B}" dt="2026-08-20T04:03:04.109" v="500" actId="1076"/>
          <ac:spMkLst>
            <pc:docMk/>
            <pc:sldMk cId="613956067" sldId="278"/>
            <ac:spMk id="12" creationId="{6B7636F8-0543-5C90-4B85-7B9FD863FEC5}"/>
          </ac:spMkLst>
        </pc:spChg>
        <pc:spChg chg="add mod">
          <ac:chgData name="Nitheesh kanna J" userId="8b7f3c9274bcedb8" providerId="LiveId" clId="{2F624841-C556-449A-B84D-BBCE3325FC2B}" dt="2026-08-20T04:03:41.881" v="519" actId="1076"/>
          <ac:spMkLst>
            <pc:docMk/>
            <pc:sldMk cId="613956067" sldId="278"/>
            <ac:spMk id="13" creationId="{16A49F6D-2025-F3DE-AE18-9E0A4322880E}"/>
          </ac:spMkLst>
        </pc:spChg>
        <pc:graphicFrameChg chg="add mod modGraphic">
          <ac:chgData name="Nitheesh kanna J" userId="8b7f3c9274bcedb8" providerId="LiveId" clId="{2F624841-C556-449A-B84D-BBCE3325FC2B}" dt="2026-08-20T04:03:09.275" v="501" actId="1076"/>
          <ac:graphicFrameMkLst>
            <pc:docMk/>
            <pc:sldMk cId="613956067" sldId="278"/>
            <ac:graphicFrameMk id="9" creationId="{1068A7F4-3A33-45C9-03E7-6694065F8C18}"/>
          </ac:graphicFrameMkLst>
        </pc:graphicFrameChg>
        <pc:picChg chg="add mod">
          <ac:chgData name="Nitheesh kanna J" userId="8b7f3c9274bcedb8" providerId="LiveId" clId="{2F624841-C556-449A-B84D-BBCE3325FC2B}" dt="2026-08-20T04:04:46.609" v="523" actId="1076"/>
          <ac:picMkLst>
            <pc:docMk/>
            <pc:sldMk cId="613956067" sldId="278"/>
            <ac:picMk id="15" creationId="{484E0E29-0058-1B03-E879-FFD0916B00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74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F6393-F799-8134-8CD5-0C5B07E1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68576-CA80-E265-8950-38E2E404D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80961-FA5A-90D4-A0C6-DFF60073F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16640-E60A-1BE3-51E8-7A9F6B446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775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972D-6A82-77F8-67A0-9B80528F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AE887-1B9A-1AB1-06B7-CA9BC6697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3E79A-6EB8-54E1-1919-D0D6B2E57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65C01-965D-075B-1B99-D3B4BF249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46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D237-89D8-B63B-2489-9C5A6825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C35D9-0F0C-1752-B9EC-F336FC121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3E9F9-44D1-A943-3432-BE49738A0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3C858-DE54-B562-283D-140632424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86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26F7-93D8-0079-411C-23E87AD1E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6D558-3E15-6297-7BF6-128003B6D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07F93-3D8E-999D-2F66-EF864120E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7232F-790D-E785-038A-1CD6DF632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545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work/assets/logo_banne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4972"/>
            <a:ext cx="12192000" cy="1462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 ARCHITECTURE  –  CSA1221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IN" sz="4400" b="1" dirty="0"/>
              <a:t>Instruction Set Architecture Simulator</a:t>
            </a:r>
            <a:endParaRPr lang="en-US" sz="4200" b="1" dirty="0"/>
          </a:p>
        </p:txBody>
      </p:sp>
      <p:sp>
        <p:nvSpPr>
          <p:cNvPr id="6" name="Text 3"/>
          <p:cNvSpPr/>
          <p:nvPr/>
        </p:nvSpPr>
        <p:spPr>
          <a:xfrm>
            <a:off x="12801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4892040"/>
            <a:ext cx="258271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 NANDHINI P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 AISHWARAYA R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</a:t>
            </a:r>
          </a:p>
        </p:txBody>
      </p:sp>
      <p:sp>
        <p:nvSpPr>
          <p:cNvPr id="9" name="Text 6"/>
          <p:cNvSpPr/>
          <p:nvPr/>
        </p:nvSpPr>
        <p:spPr>
          <a:xfrm>
            <a:off x="1280160" y="51937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Yavanika S  [ 192521258 ]  –  Module 1: Shared Cache Design
[ Team Member 2 Name  –  Reg. No. ]  –  Module 2: Coherence Protocol
[ Team Member 3 Name  –  Reg. No. ]  –  Module 3: Performance Evaluation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80160" y="6172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7A52001-ABD0-8C64-85F9-F2F557737A1B}"/>
              </a:ext>
            </a:extLst>
          </p:cNvPr>
          <p:cNvSpPr/>
          <p:nvPr/>
        </p:nvSpPr>
        <p:spPr>
          <a:xfrm>
            <a:off x="8847287" y="4892040"/>
            <a:ext cx="258271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BY,</a:t>
            </a:r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DR.K.VIJAYA BHASKAR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0936" y="913094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Architecture (ISA)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set of instructions that a processor understands and executes.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program is converted into assembly instructions before being executed by the processor.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processor executes each instruction through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Fetch, Decode, Execute, Memory Access, and Write Back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stages.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 Simulator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software model that mimics the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real processor without requiring physical hardware.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visualize how instructions move through the processor and how different hardware components work together.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72084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WITHOUT COHERENCE – AN INCONSISTENT 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899148" y="2046427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DCEAF3"/>
          </a:solidFill>
          <a:ln w="12700">
            <a:solidFill>
              <a:srgbClr val="2E86AB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967728" y="2103120"/>
            <a:ext cx="160934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967728" y="2526487"/>
            <a:ext cx="16093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Cache: X = 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418320" y="205740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DCEAF3"/>
          </a:solidFill>
          <a:ln w="12700">
            <a:solidFill>
              <a:srgbClr val="2E86AB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528048" y="2103120"/>
            <a:ext cx="160934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528048" y="2526487"/>
            <a:ext cx="1609344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Cache: X = 5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 flipH="1">
            <a:off x="9052560" y="2926080"/>
            <a:ext cx="1280160" cy="502920"/>
          </a:xfrm>
          <a:prstGeom prst="line">
            <a:avLst/>
          </a:prstGeom>
          <a:noFill/>
          <a:ln w="19050">
            <a:solidFill>
              <a:srgbClr val="8592A3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046720" y="3429000"/>
            <a:ext cx="2011680" cy="502920"/>
          </a:xfrm>
          <a:prstGeom prst="roundRect">
            <a:avLst>
              <a:gd name="adj" fmla="val 16364"/>
            </a:avLst>
          </a:prstGeom>
          <a:solidFill>
            <a:srgbClr val="E7EBF0"/>
          </a:solidFill>
          <a:ln w="12700">
            <a:solidFill>
              <a:srgbClr val="8592A3"/>
            </a:solidFill>
            <a:prstDash val="solid"/>
          </a:ln>
          <a:effectLst>
            <a:outerShdw blurRad="50800" dist="25400" dir="5400000" algn="bl" rotWithShape="0">
              <a:srgbClr val="9AA7B8">
                <a:alpha val="3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156448" y="3474720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Memory: X = 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7665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Core 0 writes X = 9 in its own cache only → Core 1 still reads X = 5 → inconsistent result.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-22244" y="5216091"/>
            <a:ext cx="12188952" cy="1600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3" name="Text 19"/>
          <p:cNvSpPr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560378" y="5257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1"/>
          <p:cNvSpPr/>
          <p:nvPr/>
        </p:nvSpPr>
        <p:spPr>
          <a:xfrm>
            <a:off x="54864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1005840" y="549554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Design a RISC ISA simulator for instruction fetch and decode.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4297680" y="527044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4"/>
          <p:cNvSpPr/>
          <p:nvPr/>
        </p:nvSpPr>
        <p:spPr>
          <a:xfrm>
            <a:off x="429768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4754880" y="5550797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instruction execution using Register File, ALU, and Memory.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080572" y="5284843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7"/>
          <p:cNvSpPr/>
          <p:nvPr/>
        </p:nvSpPr>
        <p:spPr>
          <a:xfrm>
            <a:off x="804672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8549640" y="55641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processor performance using Instruction Count, CPI, and Execution Time.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B33BD5-A75E-9760-CA46-D076BBCD9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155" y="839321"/>
            <a:ext cx="5058125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4B127-A07B-7A91-2B1F-E317BA0D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>
            <a:extLst>
              <a:ext uri="{FF2B5EF4-FFF2-40B4-BE49-F238E27FC236}">
                <a16:creationId xmlns:a16="http://schemas.microsoft.com/office/drawing/2014/main" id="{2479A743-8E6F-2F9D-DDFB-484C7AA19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>
            <a:extLst>
              <a:ext uri="{FF2B5EF4-FFF2-40B4-BE49-F238E27FC236}">
                <a16:creationId xmlns:a16="http://schemas.microsoft.com/office/drawing/2014/main" id="{6678CC55-25A5-7181-F7D1-19967D84E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BC355F5B-D791-30DD-B12E-32D4B135F95D}"/>
              </a:ext>
            </a:extLst>
          </p:cNvPr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FB189BA-A040-FDFE-5638-926AFC400D4E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247F7D-6632-F38D-1DEF-915F6772B6DB}"/>
              </a:ext>
            </a:extLst>
          </p:cNvPr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8374611-7FCD-6BEA-F119-48A1F19FC2B4}"/>
              </a:ext>
            </a:extLst>
          </p:cNvPr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18180-2CFA-A577-BD52-35A2442B2F62}"/>
              </a:ext>
            </a:extLst>
          </p:cNvPr>
          <p:cNvSpPr txBox="1"/>
          <p:nvPr/>
        </p:nvSpPr>
        <p:spPr>
          <a:xfrm>
            <a:off x="886968" y="1417320"/>
            <a:ext cx="8686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assembly instructions are executed inside a processor is challenging because the internal operations are not directly visible.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simulator addresses this problem by: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the execution of RISC assembly instructions.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the interaction between the PC, Decoder, Register File, ALU, and Memory.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how instructions are fetched, decoded, and executed.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the number of instructions and clock cycles.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processor performance using Instruction Count, CPI, and Execution Time.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0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542A84-B121-5171-FC41-61AB8B61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>
            <a:extLst>
              <a:ext uri="{FF2B5EF4-FFF2-40B4-BE49-F238E27FC236}">
                <a16:creationId xmlns:a16="http://schemas.microsoft.com/office/drawing/2014/main" id="{BE70B44A-FAA7-C12D-8BAD-BFE6887B4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>
            <a:extLst>
              <a:ext uri="{FF2B5EF4-FFF2-40B4-BE49-F238E27FC236}">
                <a16:creationId xmlns:a16="http://schemas.microsoft.com/office/drawing/2014/main" id="{710E15FA-6F93-010B-E82A-9AEF7FA52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7BC8FCF4-2A58-445F-C89D-FC23068B6BA9}"/>
              </a:ext>
            </a:extLst>
          </p:cNvPr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ARCHITECTURE DIAGRAM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F4FDC08-CFBA-9265-580E-21364F5C6F6D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BD5591F5-BCB6-4F2F-56A0-B4478868FD70}"/>
              </a:ext>
            </a:extLst>
          </p:cNvPr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547DE3D-CB26-0671-A3A6-7C2DEAA7C1C7}"/>
              </a:ext>
            </a:extLst>
          </p:cNvPr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B3BC3C-773F-6DCC-13BE-3503EFEBCD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068" b="12245"/>
          <a:stretch>
            <a:fillRect/>
          </a:stretch>
        </p:blipFill>
        <p:spPr>
          <a:xfrm>
            <a:off x="1295400" y="1034857"/>
            <a:ext cx="9601200" cy="532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69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IN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INSTRUCTION FETCH AND DECODE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1100290"/>
            <a:ext cx="2677886" cy="5172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Counter (PC)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Memory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Register (IR)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File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 R1, R2, R3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identifies: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Opcode → ADD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Register 1 → R2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Register 2 → R3 </a:t>
            </a:r>
          </a:p>
          <a:p>
            <a:pPr lvl="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Register → R1</a:t>
            </a:r>
          </a:p>
          <a:p>
            <a:pPr marL="177800" indent="-177800">
              <a:lnSpc>
                <a:spcPct val="150000"/>
              </a:lnSpc>
              <a:spcAft>
                <a:spcPts val="11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47CA3F-62DF-E9A2-CB47-1AB4599373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217" y="1034329"/>
            <a:ext cx="3816220" cy="47893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784606-A1AB-1DA4-58E7-4FD0454A5C55}"/>
              </a:ext>
            </a:extLst>
          </p:cNvPr>
          <p:cNvSpPr txBox="1"/>
          <p:nvPr/>
        </p:nvSpPr>
        <p:spPr>
          <a:xfrm>
            <a:off x="2883160" y="1085150"/>
            <a:ext cx="437605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instruction from memory using the PC.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instruction in the Instruction Register.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 the opcode and operands.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required registers and operation.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PC to the next instruction.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2·  INSTRUCTION EXECUTION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33D96E-AB72-E62D-EDD3-36F52BE3F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722" y="1343328"/>
            <a:ext cx="4353917" cy="4655976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418A187-ED17-F98E-83EB-C932C5827EA5}"/>
              </a:ext>
            </a:extLst>
          </p:cNvPr>
          <p:cNvSpPr/>
          <p:nvPr/>
        </p:nvSpPr>
        <p:spPr>
          <a:xfrm>
            <a:off x="1063690" y="1597400"/>
            <a:ext cx="4592528" cy="25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operands from the Register File.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operations using the ALU.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 Memory for LOAD/STORE instructions.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results to registers or memory.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 to the next instruction.</a:t>
            </a:r>
          </a:p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702A9A-65A0-D70A-895F-B218BE298483}"/>
              </a:ext>
            </a:extLst>
          </p:cNvPr>
          <p:cNvSpPr txBox="1"/>
          <p:nvPr/>
        </p:nvSpPr>
        <p:spPr>
          <a:xfrm>
            <a:off x="1063690" y="1094154"/>
            <a:ext cx="5500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decoding, the instruction is executed using the appropriate processor components.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30896-9336-2605-FD8C-9C5E9250AA21}"/>
              </a:ext>
            </a:extLst>
          </p:cNvPr>
          <p:cNvSpPr txBox="1"/>
          <p:nvPr/>
        </p:nvSpPr>
        <p:spPr>
          <a:xfrm>
            <a:off x="919689" y="4260233"/>
            <a:ext cx="56444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Example</a:t>
            </a:r>
          </a:p>
          <a:p>
            <a:r>
              <a:rPr lang="en-IN" sz="1600" dirty="0">
                <a:highlight>
                  <a:srgbClr val="FFFF00"/>
                </a:highlight>
              </a:rPr>
              <a:t>ADD R1, R2, R3</a:t>
            </a:r>
          </a:p>
          <a:p>
            <a:r>
              <a:rPr lang="en-IN" sz="1600" dirty="0"/>
              <a:t>Given:</a:t>
            </a:r>
          </a:p>
          <a:p>
            <a:r>
              <a:rPr lang="en-IN" sz="1600" dirty="0"/>
              <a:t>R2 = 10</a:t>
            </a:r>
          </a:p>
          <a:p>
            <a:r>
              <a:rPr lang="en-IN" sz="1600" dirty="0"/>
              <a:t>R3 = 20</a:t>
            </a:r>
          </a:p>
          <a:p>
            <a:r>
              <a:rPr lang="en-IN" sz="1600" dirty="0"/>
              <a:t>The ALU performs:</a:t>
            </a:r>
          </a:p>
          <a:p>
            <a:r>
              <a:rPr lang="en-IN" sz="1600" dirty="0"/>
              <a:t>10 + 20 = 30</a:t>
            </a:r>
          </a:p>
          <a:p>
            <a:r>
              <a:rPr lang="en-IN" sz="1600" dirty="0"/>
              <a:t>Final result:</a:t>
            </a:r>
          </a:p>
          <a:p>
            <a:r>
              <a:rPr lang="en-IN" sz="1600" dirty="0"/>
              <a:t>R1 = 30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kern="0" spc="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ISA PERFORMANCE EVALUATION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86968" y="3981340"/>
            <a:ext cx="4592528" cy="25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operands from the Register File.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operations using the ALU.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Data Memory for LOAD/STORE instructions.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results to registers or memory.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 to the next instruction.</a:t>
            </a:r>
          </a:p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0D8488-3B4E-FC83-16D8-83AD94702727}"/>
              </a:ext>
            </a:extLst>
          </p:cNvPr>
          <p:cNvSpPr txBox="1"/>
          <p:nvPr/>
        </p:nvSpPr>
        <p:spPr>
          <a:xfrm>
            <a:off x="808029" y="1656096"/>
            <a:ext cx="63354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should calculate:</a:t>
            </a:r>
          </a:p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instructions executed.</a:t>
            </a:r>
          </a:p>
          <a:p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Instruction Count=Total executed instructions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CPI — Cycles Per Instruction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CPI=Instruction Count Total Clock Cycles​ 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Execution Time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Execution Time=Clock Rate Instruction Count × CPI   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B598F7-D088-6005-3DFC-7D890A8629B7}"/>
              </a:ext>
            </a:extLst>
          </p:cNvPr>
          <p:cNvSpPr txBox="1"/>
          <p:nvPr/>
        </p:nvSpPr>
        <p:spPr>
          <a:xfrm>
            <a:off x="6550090" y="1646765"/>
            <a:ext cx="39001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Count = 100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 = 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Rate = 1 GHz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Clock Cycles = 100 × 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= 200 cycles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= 200 / 1,000,000,000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= 200 ns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509B1-C10A-E604-7D88-75B48017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>
            <a:extLst>
              <a:ext uri="{FF2B5EF4-FFF2-40B4-BE49-F238E27FC236}">
                <a16:creationId xmlns:a16="http://schemas.microsoft.com/office/drawing/2014/main" id="{E1F64915-2D0C-C200-F7E6-BCB113159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>
            <a:extLst>
              <a:ext uri="{FF2B5EF4-FFF2-40B4-BE49-F238E27FC236}">
                <a16:creationId xmlns:a16="http://schemas.microsoft.com/office/drawing/2014/main" id="{A382A92D-9855-2593-6689-06A3B6ECB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6B0F14B-F3E5-6EA2-3AC6-9F9BBF8382C3}"/>
              </a:ext>
            </a:extLst>
          </p:cNvPr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RISC INSTRUCTION SET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BC7B321-CDC1-0713-3137-C5CB1B6C83AC}"/>
              </a:ext>
            </a:extLst>
          </p:cNvPr>
          <p:cNvSpPr/>
          <p:nvPr/>
        </p:nvSpPr>
        <p:spPr>
          <a:xfrm>
            <a:off x="329370" y="5440680"/>
            <a:ext cx="7315200" cy="91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4659E63-7D72-0397-9C47-A8403B6AE538}"/>
              </a:ext>
            </a:extLst>
          </p:cNvPr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E73BDD6-E96F-EFD7-FEF2-2B6E094169BF}"/>
              </a:ext>
            </a:extLst>
          </p:cNvPr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60338E-057A-2446-4081-D9E600200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916077"/>
              </p:ext>
            </p:extLst>
          </p:nvPr>
        </p:nvGraphicFramePr>
        <p:xfrm>
          <a:off x="1017036" y="1661011"/>
          <a:ext cx="6195528" cy="32004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097764">
                  <a:extLst>
                    <a:ext uri="{9D8B030D-6E8A-4147-A177-3AD203B41FA5}">
                      <a16:colId xmlns:a16="http://schemas.microsoft.com/office/drawing/2014/main" val="1233201341"/>
                    </a:ext>
                  </a:extLst>
                </a:gridCol>
                <a:gridCol w="3097764">
                  <a:extLst>
                    <a:ext uri="{9D8B030D-6E8A-4147-A177-3AD203B41FA5}">
                      <a16:colId xmlns:a16="http://schemas.microsoft.com/office/drawing/2014/main" val="2977850396"/>
                    </a:ext>
                  </a:extLst>
                </a:gridCol>
              </a:tblGrid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6288219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452450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9944529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9483324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Bitwise 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553711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LW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 data from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914145"/>
                  </a:ext>
                </a:extLst>
              </a:tr>
              <a:tr h="33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SW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 data into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499195"/>
                  </a:ext>
                </a:extLst>
              </a:tr>
              <a:tr h="592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BEQ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Branch if two registers are 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equal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6086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B65C9E5-9B8F-63C1-62AE-CFAD9295759F}"/>
              </a:ext>
            </a:extLst>
          </p:cNvPr>
          <p:cNvSpPr txBox="1"/>
          <p:nvPr/>
        </p:nvSpPr>
        <p:spPr>
          <a:xfrm>
            <a:off x="1017036" y="1269873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simulator uses a simple </a:t>
            </a:r>
            <a:r>
              <a:rPr lang="en-IN" b="1" dirty="0"/>
              <a:t>RISC-style instruction set</a:t>
            </a:r>
            <a:r>
              <a:rPr lang="en-IN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85698C-E01A-CA27-87E6-33D8485A0763}"/>
              </a:ext>
            </a:extLst>
          </p:cNvPr>
          <p:cNvSpPr txBox="1"/>
          <p:nvPr/>
        </p:nvSpPr>
        <p:spPr>
          <a:xfrm>
            <a:off x="1017036" y="4883217"/>
            <a:ext cx="8516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Assembly Program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R1, R2, R3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R4, R1, R5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R6, R2, R3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 R7, R4, R5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instructions are fetched, decoded and executed sequentially by the simulator.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54934F-625E-3E0D-2692-F0F2A80EB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923" y="1511559"/>
            <a:ext cx="4111389" cy="40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3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D89C0-B87D-9CB9-3D8B-A087352D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>
            <a:extLst>
              <a:ext uri="{FF2B5EF4-FFF2-40B4-BE49-F238E27FC236}">
                <a16:creationId xmlns:a16="http://schemas.microsoft.com/office/drawing/2014/main" id="{E96C8056-0DD9-0D12-57B6-1AB39298E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>
            <a:extLst>
              <a:ext uri="{FF2B5EF4-FFF2-40B4-BE49-F238E27FC236}">
                <a16:creationId xmlns:a16="http://schemas.microsoft.com/office/drawing/2014/main" id="{C20C94F6-D3A2-B8C9-1C4C-20D4041C0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F528A4B3-FB96-8E38-65C1-BAE69E1422DF}"/>
              </a:ext>
            </a:extLst>
          </p:cNvPr>
          <p:cNvSpPr/>
          <p:nvPr/>
        </p:nvSpPr>
        <p:spPr>
          <a:xfrm>
            <a:off x="1144866" y="6035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SAMPLE PERFORMANCE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1C34856-DC8E-BEED-C521-FDD5FB91511A}"/>
              </a:ext>
            </a:extLst>
          </p:cNvPr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4A07261-BB04-4E37-B4C3-54C527E89B49}"/>
              </a:ext>
            </a:extLst>
          </p:cNvPr>
          <p:cNvSpPr/>
          <p:nvPr/>
        </p:nvSpPr>
        <p:spPr>
          <a:xfrm>
            <a:off x="548640" y="1417320"/>
            <a:ext cx="53218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900"/>
              </a:spcAft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2AA79-D32E-D0C9-3CC1-5FEB3FE41AE9}"/>
              </a:ext>
            </a:extLst>
          </p:cNvPr>
          <p:cNvSpPr txBox="1"/>
          <p:nvPr/>
        </p:nvSpPr>
        <p:spPr>
          <a:xfrm>
            <a:off x="970384" y="1063690"/>
            <a:ext cx="41148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Count = 100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Clock Cycles = 200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Rate = 1 GHz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CPI=100200​=2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 Time = 1×109100×2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​ = 200 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68A7F4-3A33-45C9-03E7-6694065F8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660538"/>
              </p:ext>
            </p:extLst>
          </p:nvPr>
        </p:nvGraphicFramePr>
        <p:xfrm>
          <a:off x="5270241" y="1786652"/>
          <a:ext cx="6710266" cy="2194560"/>
        </p:xfrm>
        <a:graphic>
          <a:graphicData uri="http://schemas.openxmlformats.org/drawingml/2006/table">
            <a:tbl>
              <a:tblPr/>
              <a:tblGrid>
                <a:gridCol w="3355133">
                  <a:extLst>
                    <a:ext uri="{9D8B030D-6E8A-4147-A177-3AD203B41FA5}">
                      <a16:colId xmlns:a16="http://schemas.microsoft.com/office/drawing/2014/main" val="175057141"/>
                    </a:ext>
                  </a:extLst>
                </a:gridCol>
                <a:gridCol w="3355133">
                  <a:extLst>
                    <a:ext uri="{9D8B030D-6E8A-4147-A177-3AD203B41FA5}">
                      <a16:colId xmlns:a16="http://schemas.microsoft.com/office/drawing/2014/main" val="4242999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089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Instruction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784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Clock Cycles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4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7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Clock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GHz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272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 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9933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B7636F8-0543-5C90-4B85-7B9FD863FEC5}"/>
              </a:ext>
            </a:extLst>
          </p:cNvPr>
          <p:cNvSpPr txBox="1"/>
          <p:nvPr/>
        </p:nvSpPr>
        <p:spPr>
          <a:xfrm>
            <a:off x="5244583" y="1277468"/>
            <a:ext cx="372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Performance Result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49F6D-2025-F3DE-AE18-9E0A4322880E}"/>
              </a:ext>
            </a:extLst>
          </p:cNvPr>
          <p:cNvSpPr txBox="1"/>
          <p:nvPr/>
        </p:nvSpPr>
        <p:spPr>
          <a:xfrm>
            <a:off x="5270241" y="4149590"/>
            <a:ext cx="382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Final 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4E0E29-0058-1B03-E879-FFD0916B0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877" y="4599432"/>
            <a:ext cx="5258534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56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DISCUSSION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Advantages, Applications &amp; Future Scope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6B8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3C8C6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1463040"/>
            <a:ext cx="3611880" cy="640080"/>
          </a:xfrm>
          <a:prstGeom prst="rect">
            <a:avLst/>
          </a:prstGeom>
          <a:solidFill>
            <a:srgbClr val="3C8C6E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229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processor execution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showing how instructions are fetched, decoded, and executed.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RISC architecture and assembly language concepts.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processor performance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Instruction Count, CPI, and Execution Time.</a:t>
            </a:r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4348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34840" y="1463040"/>
            <a:ext cx="3611880" cy="6400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47091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Architecture laboratories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practical learning and demonstrations.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language education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instruction execution.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design and simulation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academic projects and research.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321040" y="1463040"/>
            <a:ext cx="3611880" cy="45720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1040" y="1463040"/>
            <a:ext cx="3611880" cy="640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8321040" y="1463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85953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pipeline simulation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execution efficiency.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advanced RISC-V instructions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additional instruction formats.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graphical user interface (GUI)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visualization of instruction execution.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logo_circl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6032"/>
            <a:ext cx="566928" cy="566928"/>
          </a:xfrm>
          <a:prstGeom prst="rect">
            <a:avLst/>
          </a:prstGeom>
        </p:spPr>
      </p:pic>
      <p:pic>
        <p:nvPicPr>
          <p:cNvPr id="3" name="Image 1" descr="/home/claude/work/assets/logo_h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0" y="201168"/>
            <a:ext cx="512064" cy="6766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5156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Bringing the Three Modules Together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Architecture (ISA) Simulator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the complete instruction execution process, including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Fetch, Decode, Execute, Memory Access, and Write Back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accurately simulates the functions of the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File, ALU, Decoder, and Memory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executing RISC assembly instructions.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evaluates processor performance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Count, CPI, and Execution 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an effective tool for learning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architecture concepts.</a:t>
            </a:r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4480560" y="4206240"/>
            <a:ext cx="3200400" cy="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22960" y="4480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1009</Words>
  <Application>Microsoft Office PowerPoint</Application>
  <PresentationFormat>Widescreen</PresentationFormat>
  <Paragraphs>198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Nitheesh kanna J</cp:lastModifiedBy>
  <cp:revision>5</cp:revision>
  <dcterms:created xsi:type="dcterms:W3CDTF">2026-07-30T00:00:11Z</dcterms:created>
  <dcterms:modified xsi:type="dcterms:W3CDTF">2026-08-25T10:14:33Z</dcterms:modified>
</cp:coreProperties>
</file>