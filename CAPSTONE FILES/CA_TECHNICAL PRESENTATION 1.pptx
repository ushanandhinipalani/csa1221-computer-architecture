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09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1463040"/>
            <a:ext cx="3200400" cy="1463040"/>
          </a:xfrm>
          <a:prstGeom prst="roundRect">
            <a:avLst>
              <a:gd name="adj" fmla="val 9375"/>
            </a:avLst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1463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1A2F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Systems in Computer Systems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&amp; Hexadecimal: Representing, Storing and Processing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A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Guide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Number Systems Matter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DCEA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7589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only understand electrical signals: ON or OFF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states are represented using the Binary number system (0 and 1)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is hard for humans to read, so Hexadecimal is used as a shortcut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data, every instruction, and every memory address inside a computer is ultimately a number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these number systems helps us understand how computers actually 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828800"/>
            <a:ext cx="2743200" cy="2743200"/>
          </a:xfrm>
          <a:prstGeom prst="ellipse">
            <a:avLst/>
          </a:prstGeom>
          <a:solidFill>
            <a:srgbClr val="DCEAF7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= 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= 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6676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 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Number System (Base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DCEA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two digits: </a:t>
            </a: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and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digit is called a bit (binary digit)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8 bits = 1 byte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computer hardware directly: 1 = voltage present, 0 = no voltage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(text, images, sound) is stored as binary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DCEA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8463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5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1101₂ = (1×8) + (1×4) + (0×2) + (1×1) = 13₁₀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2103120"/>
            <a:ext cx="566928" cy="731520"/>
          </a:xfrm>
          <a:prstGeom prst="rect">
            <a:avLst/>
          </a:prstGeom>
          <a:solidFill>
            <a:srgbClr val="EDEDED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1031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0" y="2103120"/>
            <a:ext cx="566928" cy="731520"/>
          </a:xfrm>
          <a:prstGeom prst="rect">
            <a:avLst/>
          </a:prstGeom>
          <a:solidFill>
            <a:srgbClr val="EDEDED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21031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0" y="2103120"/>
            <a:ext cx="566928" cy="731520"/>
          </a:xfrm>
          <a:prstGeom prst="rect">
            <a:avLst/>
          </a:prstGeom>
          <a:solidFill>
            <a:srgbClr val="EDEDED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031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69680" y="2103120"/>
            <a:ext cx="566928" cy="731520"/>
          </a:xfrm>
          <a:prstGeom prst="rect">
            <a:avLst/>
          </a:prstGeom>
          <a:solidFill>
            <a:srgbClr val="EDEDED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1031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0" y="2103120"/>
            <a:ext cx="566928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1031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149840" y="2103120"/>
            <a:ext cx="566928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21031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789920" y="2103120"/>
            <a:ext cx="566928" cy="731520"/>
          </a:xfrm>
          <a:prstGeom prst="rect">
            <a:avLst/>
          </a:prstGeom>
          <a:solidFill>
            <a:srgbClr val="EDEDED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0" y="21031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0" y="2103120"/>
            <a:ext cx="566928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0" y="21031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Byte = 8 Bits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37490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directly by processors, logic gates &amp; memory circuits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Hexadecimal Number System (Base 16)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DCEA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16 digits: </a:t>
            </a:r>
            <a:r>
              <a:rPr lang="en-US" sz="1800" b="1" dirty="0">
                <a:solidFill>
                  <a:srgbClr val="3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0-9 and A-F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10, B = 11, C = 12, D = 13, E = 14, F = 15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hex digit represents exactly 4 bits (a nibble)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shorter and easier for humans to read than long binary strings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to show memory addresses, color codes, and error codes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E7F3EC"/>
          </a:solidFill>
          <a:ln w="12700">
            <a:solidFill>
              <a:srgbClr val="3C8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8463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5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1101₂  =  D₁₆   (instead of writing 1101)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20624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040880" y="4572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&amp; Instructions Are Represented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DCEAF7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554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78308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directly in binary form inside registers and memory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19050">
            <a:solidFill>
              <a:srgbClr val="3C8C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3C8C5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is stored using a binary code, e.g. ASCII / Unicode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783080"/>
            <a:ext cx="548640" cy="54864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CPU instruction (ADD, LOAD, JUMP) has its own binary opcode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1554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19050">
            <a:solidFill>
              <a:srgbClr val="7A4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95560" y="1783080"/>
            <a:ext cx="548640" cy="548640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Images/Sound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8116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into pixels or samples, each stored as binary numbers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11155680" cy="2011680"/>
          </a:xfrm>
          <a:prstGeom prst="roundRect">
            <a:avLst>
              <a:gd name="adj" fmla="val 4545"/>
            </a:avLst>
          </a:prstGeom>
          <a:solidFill>
            <a:srgbClr val="1F3B5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CPU processes it: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fetches an instruction (binary code) from memory, decodes which operation it means, and executes it on the data (also binary) — this is the Fetch-Decode-Execute cycle.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 →  Decode  →  Execute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Stored &amp; Processed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DCEAF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39903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1399032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divided into cells, each holding a fixed number of bits (e.g. 8, 16, 32, 64). Every cell has a unique numeric address.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4505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450592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fast binary storage inside the CPU used to hold data currently being processed.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50215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502152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 (AND, OR, NOT) perform binary arithmetic and logic operations at extremely high speed.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55371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553712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binary results are converted back into human-readable form (text, images, numbers) for the user.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Number System Conversion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DCEAF7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7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3566160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0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codes &amp; memory dumps are shown in hex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is easier to read &amp; spot mistakes than long binary strings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convert hex ↔ binary to trace bugs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7"/>
          </a:solidFill>
          <a:ln w="19050">
            <a:solidFill>
              <a:srgbClr val="3C8C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3566160" cy="548640"/>
          </a:xfrm>
          <a:prstGeom prst="rect">
            <a:avLst/>
          </a:prstGeom>
          <a:solidFill>
            <a:srgbClr val="3C8C5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0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memory location has a binary address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are usually displayed in hex for readability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links the human view to the actual hardware location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7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63040"/>
            <a:ext cx="3566160" cy="54864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Execution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194560"/>
            <a:ext cx="310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instructions (opcodes) are pure binary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is used in assembly language &amp; machine code listings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helps understand what the CPU is really doing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12188952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✔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(base 2) is the natural language of computer hardware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✔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Hexadecimal (base 16) is a human-friendly shorthand for binary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✔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and instructions are ultimately stored &amp; processed as binary numbers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✔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between number systems is essential for debugging, reading memory addresses, and understanding instruction execution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✔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number systems form the foundation of how computers 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Nitheesh kanna J</cp:lastModifiedBy>
  <cp:revision>1</cp:revision>
  <dcterms:created xsi:type="dcterms:W3CDTF">2026-07-22T04:55:39Z</dcterms:created>
  <dcterms:modified xsi:type="dcterms:W3CDTF">2026-07-22T04:58:23Z</dcterms:modified>
</cp:coreProperties>
</file>